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85" r:id="rId11"/>
    <p:sldId id="264" r:id="rId12"/>
    <p:sldId id="265" r:id="rId13"/>
    <p:sldId id="266" r:id="rId14"/>
    <p:sldId id="267" r:id="rId15"/>
    <p:sldId id="269" r:id="rId16"/>
    <p:sldId id="268" r:id="rId17"/>
    <p:sldId id="288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 Kora" userId="4b0984f403625081" providerId="LiveId" clId="{D4296286-B2AB-44E3-A2F7-5435B4860761}"/>
    <pc:docChg chg="modSld">
      <pc:chgData name="Ashis Kora" userId="4b0984f403625081" providerId="LiveId" clId="{D4296286-B2AB-44E3-A2F7-5435B4860761}" dt="2024-11-23T06:27:09.212" v="1" actId="20577"/>
      <pc:docMkLst>
        <pc:docMk/>
      </pc:docMkLst>
      <pc:sldChg chg="modSp mod">
        <pc:chgData name="Ashis Kora" userId="4b0984f403625081" providerId="LiveId" clId="{D4296286-B2AB-44E3-A2F7-5435B4860761}" dt="2024-11-23T06:27:09.212" v="1" actId="20577"/>
        <pc:sldMkLst>
          <pc:docMk/>
          <pc:sldMk cId="3060459032" sldId="288"/>
        </pc:sldMkLst>
        <pc:spChg chg="mod">
          <ac:chgData name="Ashis Kora" userId="4b0984f403625081" providerId="LiveId" clId="{D4296286-B2AB-44E3-A2F7-5435B4860761}" dt="2024-11-23T06:27:09.212" v="1" actId="20577"/>
          <ac:spMkLst>
            <pc:docMk/>
            <pc:sldMk cId="3060459032" sldId="288"/>
            <ac:spMk id="2" creationId="{8616EF59-EDEF-5B46-C36D-2253A0DBA6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80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27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9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241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36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07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84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29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2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30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579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983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0840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69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494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15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19979-A92C-4BA9-95D5-AC714AD40E75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7ADB09-E71C-437D-8D22-CF3598F95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49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FC65-8626-D277-7E70-EA56AE64F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2023pyq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904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E5B89-C15D-1B94-8886-DCD20162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47B66-C1E1-E539-ED99-8E5D1E7B15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No.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53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B762E2-8722-F454-A409-BD33E574C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36" y="209003"/>
            <a:ext cx="6483377" cy="1032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8F664D-B18B-1078-64D5-7AEAFA153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93" y="1339862"/>
            <a:ext cx="4791314" cy="24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2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5D2AA-0F20-AA55-E887-A3E83293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FA68E6-EF9B-3598-4FC6-2E9181453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85" y="164689"/>
            <a:ext cx="5705715" cy="34704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F0AD9C-C131-DAEB-CC0E-E5BFDDFBD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170" y="164689"/>
            <a:ext cx="6120849" cy="32159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8C058-A633-6CB6-AE98-1C195DF1B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170" y="3380609"/>
            <a:ext cx="4475328" cy="338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4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FD3EF-836D-DF84-F04A-DCDF6936A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79" y="204333"/>
            <a:ext cx="5527830" cy="2715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A6FB40-6BEA-70E6-7B66-450009111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79" y="3017761"/>
            <a:ext cx="5527830" cy="374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9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8BDC4B-1287-6374-7031-6E21D8E00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06" y="193763"/>
            <a:ext cx="5314952" cy="36654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BC4BA5-A322-A232-2612-41812F352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024"/>
          <a:stretch/>
        </p:blipFill>
        <p:spPr>
          <a:xfrm>
            <a:off x="250106" y="3936410"/>
            <a:ext cx="5511598" cy="2828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FE0D51-5C4C-6FB7-48BF-865F741BA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80"/>
          <a:stretch/>
        </p:blipFill>
        <p:spPr>
          <a:xfrm>
            <a:off x="5903945" y="4700591"/>
            <a:ext cx="6180190" cy="206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19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55C1AA-9951-7BCA-2218-8ECBEB805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1" y="228166"/>
            <a:ext cx="6690639" cy="1125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3A0951-AAB7-366A-32B2-556EA105A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85" y="1354146"/>
            <a:ext cx="6971059" cy="28317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97470F-145E-5FCE-70FB-B791308D6D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720" y="2604757"/>
            <a:ext cx="5175099" cy="402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97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15543-22E8-360D-0F06-48237A7A1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09" y="134549"/>
            <a:ext cx="4785871" cy="3645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DD79AE-2DBF-9B5A-3D3C-8DAE3032A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09" y="3873571"/>
            <a:ext cx="4788903" cy="28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92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2DC43-F427-59A7-F4BE-E4AE58DC6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99" y="233331"/>
            <a:ext cx="5535019" cy="4580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A50620-AE95-BE43-0C48-89F2A1B4E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821" y="2854051"/>
            <a:ext cx="4728263" cy="371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E8825-DBB4-D0D1-EB84-1CE2E1340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No.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73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1A4EA0-C927-815B-60F3-0E3568294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9" y="239766"/>
            <a:ext cx="6823586" cy="571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D0124E-9DF7-F3D3-9E04-4C7E5D3B0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01" y="979280"/>
            <a:ext cx="7075729" cy="5638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5FA674-9255-226E-21C0-14AE23A93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070" y="5151179"/>
            <a:ext cx="3905795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23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60C3C-BE1E-754D-A993-19B4CE6DB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56439" cy="741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53432A-B038-AC99-B58E-FB03170F9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2" y="816077"/>
            <a:ext cx="6012982" cy="58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0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50BFC1-7847-3CAB-9877-75DD92B6E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66" y="275303"/>
            <a:ext cx="6884928" cy="62336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AC8144-E40F-1F42-50B7-EB06D6162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44" y="5427406"/>
            <a:ext cx="3138844" cy="108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1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C5D62-9012-29D3-E222-92F2F0B98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14" y="98323"/>
            <a:ext cx="6955980" cy="759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1351A8-7E5D-1F2D-31B6-70E27CE25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98" y="1054509"/>
            <a:ext cx="6281636" cy="564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32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116A83-686C-DC51-11CD-C87F5C6A9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77" y="316511"/>
            <a:ext cx="6887536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54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975DFA-F919-6BAF-54A8-9D4DCAEAD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82" y="428644"/>
            <a:ext cx="6167906" cy="58345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1272B4-FE05-4979-6801-B8B8A54A8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32" y="4597208"/>
            <a:ext cx="3708066" cy="166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77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09F17-643D-0256-6DD4-84ED724E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EF59-EDEF-5B46-C36D-2253A0DBA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No.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459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887A9D-EA1D-7143-EBCE-4EB8F54E0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3" y="164167"/>
            <a:ext cx="8113956" cy="7692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6CA5AD-69A4-B153-4EE9-5BDE82991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57" y="1063140"/>
            <a:ext cx="8124425" cy="53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55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06D651-7698-0F9F-02A2-080E3CE3C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12" y="378542"/>
            <a:ext cx="7459452" cy="3050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F15E1A-2461-2685-D9F5-6EA01CB49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12" y="3694471"/>
            <a:ext cx="7339260" cy="278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731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63ED3C-D897-77BB-0672-DB021EA58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2" y="168187"/>
            <a:ext cx="5631557" cy="470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B3A81A-40D0-562E-7DBD-1421BACEF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46" y="725533"/>
            <a:ext cx="5622453" cy="3433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007B8-30DA-F00F-8F1C-1427932FA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689" y="2794283"/>
            <a:ext cx="5622454" cy="385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72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AC61DE-8B81-FFE4-50FD-AC53B9B16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30" y="267568"/>
            <a:ext cx="5930322" cy="390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F464BB-524B-AA88-8C8B-314AB6E59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30" y="4496000"/>
            <a:ext cx="5930322" cy="120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61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FC4E7-96EB-816D-B756-2E7670722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3" y="126982"/>
            <a:ext cx="6849396" cy="7931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9DD53E-2E36-EAF5-CBED-D959C644F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65" y="1052181"/>
            <a:ext cx="9414132" cy="495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80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FFE6B7-6396-3311-2A7F-B9047618D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76" y="133107"/>
            <a:ext cx="9187974" cy="592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02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76BEE4-2B2A-787B-C4D8-41385FED9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55" y="186760"/>
            <a:ext cx="5887845" cy="41146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D46D5B-CCFD-C86A-5B7C-AF51D2E65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55" y="4301384"/>
            <a:ext cx="5887844" cy="244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9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8F37FE-E665-1474-A53F-E8488FFA0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31" y="146964"/>
            <a:ext cx="5595404" cy="2355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C2497-94D4-136D-9701-8E8EFB3CF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4"/>
          <a:stretch/>
        </p:blipFill>
        <p:spPr>
          <a:xfrm>
            <a:off x="176131" y="2502925"/>
            <a:ext cx="5595404" cy="2216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33F8F8-AA38-D39C-F09D-E70ED8151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22"/>
          <a:stretch/>
        </p:blipFill>
        <p:spPr>
          <a:xfrm>
            <a:off x="176131" y="4719485"/>
            <a:ext cx="5598766" cy="199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5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2F8E2-4E78-70BD-E35C-A68D792EA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88" y="189300"/>
            <a:ext cx="6703059" cy="3016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889155-99C0-1292-7F6D-749FB0451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88" y="3205316"/>
            <a:ext cx="6709601" cy="247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45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3BE1C-6096-369F-78DE-552DDCC1A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95" y="115320"/>
            <a:ext cx="5978782" cy="3515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1F1E2D-3BC9-7CB5-69D9-DD8593978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95" y="3630354"/>
            <a:ext cx="5991235" cy="289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55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1493C5-D5D0-FCB8-8110-4E46C1886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3820"/>
            <a:ext cx="6096000" cy="369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7915B6-285A-4DB3-0D96-D582EE8C6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98" y="609600"/>
            <a:ext cx="5954220" cy="59681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B58DFA-FC0A-0A67-79E7-909413DBB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608" y="609600"/>
            <a:ext cx="4703301" cy="36324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F43601-ACDD-E0AB-0E1F-714CBA1F36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811" y="6248400"/>
            <a:ext cx="2562583" cy="1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10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5FECBE-711B-7D4D-956B-036D13EF8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56" y="133753"/>
            <a:ext cx="5369668" cy="639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1B439-FE30-84CD-5F3A-72AC1C12A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09" y="837838"/>
            <a:ext cx="7602648" cy="4215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96D226-6634-DA58-4CD1-FB7144CBD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09" y="5053781"/>
            <a:ext cx="7602648" cy="128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53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D3BA21-00A7-3545-9E17-C6CE99115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41" y="291821"/>
            <a:ext cx="8726118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030D2-849E-21CD-1819-56432C40F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0" y="157131"/>
            <a:ext cx="3184072" cy="377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9412B7-01A8-F150-05B6-56ED4F1BF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1" y="682663"/>
            <a:ext cx="8561660" cy="518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81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8B3848-3030-446B-D2A2-77FDE3C7F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90" y="295054"/>
            <a:ext cx="8448720" cy="518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190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108</TotalTime>
  <Words>13</Words>
  <Application>Microsoft Office PowerPoint</Application>
  <PresentationFormat>Widescreen</PresentationFormat>
  <Paragraphs>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Trebuchet MS</vt:lpstr>
      <vt:lpstr>Wingdings 3</vt:lpstr>
      <vt:lpstr>Facet</vt:lpstr>
      <vt:lpstr>2023pyq</vt:lpstr>
      <vt:lpstr>Question No.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No.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No.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 Kora</dc:creator>
  <cp:lastModifiedBy>Ashis Kora</cp:lastModifiedBy>
  <cp:revision>1</cp:revision>
  <dcterms:created xsi:type="dcterms:W3CDTF">2024-11-23T04:38:47Z</dcterms:created>
  <dcterms:modified xsi:type="dcterms:W3CDTF">2024-11-23T06:27:18Z</dcterms:modified>
</cp:coreProperties>
</file>